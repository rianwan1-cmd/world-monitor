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公共关系实务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建立信任的艺术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不仅是发通稿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更是认知管理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核心一：形象塑造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你的品牌，你的名片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核心二：危机公关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在风暴中寻找生机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核心三：媒介沟通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传递真实的声音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“建立名誉需要20年，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毁掉它只需5分钟。”</a:t>
            </a:r>
            <a:br/>
            <a:r>
              <a:t>— 沃伦·巴菲特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Helvetica Neue"/>
              </a:defRPr>
            </a:pPr>
            <a:r>
              <a:t>沟通 · 信任 · 共赢</a:t>
            </a:r>
          </a:p>
          <a:p>
            <a:pPr algn="ctr">
              <a:spcBef>
                <a:spcPts val="3000"/>
              </a:spcBef>
              <a:defRPr sz="4000" b="0">
                <a:solidFill>
                  <a:srgbClr val="A0A0A0"/>
                </a:solidFill>
                <a:latin typeface="Helvetica Neue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