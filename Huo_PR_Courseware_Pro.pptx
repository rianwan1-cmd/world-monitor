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92608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Helvetica Neue"/>
              </a:defRPr>
            </a:pPr>
            <a:r>
              <a:t>公共关系实务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Helvetica Neue"/>
              </a:defRPr>
            </a:pPr>
            <a:r>
              <a:t>（第四版）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C8FF"/>
                </a:solidFill>
                <a:latin typeface="Helvetica Neue"/>
              </a:defRPr>
            </a:pPr>
            <a:r>
              <a:t>主编：霍瑞红   |   项目化导学课件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0" b="1">
                <a:solidFill>
                  <a:srgbClr val="232328"/>
                </a:solidFill>
                <a:latin typeface="Helvetica Neue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Helvetica Neue"/>
              </a:defRPr>
            </a:pPr>
            <a:r>
              <a:t>课程体系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4C8FF"/>
                </a:solidFill>
                <a:latin typeface="Helvetica Neue"/>
              </a:defRPr>
            </a:pPr>
            <a:r>
              <a:t>项目导向 · 任务驱动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114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本教材（霍瑞红主编）采用先进的项目化教学体系，包含：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基础篇：项目一 (公关认知) / 项目二 (组织与公众)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核心篇：项目三 (传播沟通) / 项目四 (调查与策划) / 项目五 (实施评估)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实战篇：项目六 (专题活动) / 项目七 (危机公关) / 项目八 (公关礼仪)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0" b="1">
                <a:solidFill>
                  <a:srgbClr val="232328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Helvetica Neue"/>
              </a:defRPr>
            </a:pPr>
            <a:r>
              <a:t>公关认知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4C8FF"/>
                </a:solidFill>
                <a:latin typeface="Helvetica Neue"/>
              </a:defRPr>
            </a:pPr>
            <a:r>
              <a:t>重新定义公共关系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114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经典定义：公共关系（PR）是社会组织为了塑造良好形象，通过传播沟通手段来影响公众的科学与艺术。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核心本质：不仅是一项管理职能，更是组织与环境之间的“润滑剂”。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职业素养：要求从业者具备敏锐的信息捕捉能力、卓越的表达能力与危机意识。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0" b="1">
                <a:solidFill>
                  <a:srgbClr val="232328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Helvetica Neue"/>
              </a:defRPr>
            </a:pPr>
            <a:r>
              <a:t>基本要素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4C8FF"/>
                </a:solidFill>
                <a:latin typeface="Helvetica Neue"/>
              </a:defRPr>
            </a:pPr>
            <a:r>
              <a:t>公关运作的底层逻辑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114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公共关系活动由三大基本要素构成，缺一不可：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1. 主体 (Subject)：社会组织（谁来做公关？）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2. 客体 (Object)：公众（对谁做公关？）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3. 手段 (Medium)：传播沟通（用什么方式做？）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96969B"/>
                </a:solidFill>
                <a:latin typeface="Helvetica Neue"/>
              </a:defRPr>
            </a:pPr>
            <a:r>
              <a:t>没有任何公关活动能够脱离这三个支柱独立存在。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0" b="1">
                <a:solidFill>
                  <a:srgbClr val="232328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Helvetica Neue"/>
              </a:defRPr>
            </a:pPr>
            <a:r>
              <a:t>危机公关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4C8FF"/>
                </a:solidFill>
                <a:latin typeface="Helvetica Neue"/>
              </a:defRPr>
            </a:pPr>
            <a:r>
              <a:t>全书实战难点与高潮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114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危机预防：在日常中建立预警机制，化解潜在风险。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处理原则：真诚沟通、速度第一、承担责任、权威证实。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2600">
                <a:solidFill>
                  <a:srgbClr val="FFFFFF"/>
                </a:solidFill>
                <a:latin typeface="Helvetica Neue"/>
              </a:defRPr>
            </a:pPr>
            <a:r>
              <a:t>• 实战任务：撰写危机公关声明、模拟召开新闻发布会应对媒体连番质询。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Helvetica Neue"/>
              </a:defRPr>
            </a:pPr>
            <a:r>
              <a:t>理论指导实战</a:t>
            </a:r>
            <a:br/>
            <a:r>
              <a:t>沟通创造价值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943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9B"/>
                </a:solidFill>
                <a:latin typeface="Helvetica Neue"/>
              </a:defRPr>
            </a:pPr>
            <a:r>
              <a:t>《公共关系实务》（第四版）教学课件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